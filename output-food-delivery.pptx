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9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75AED-41F4-4F0A-AFAF-E4C1E4D4A9F5}" v="77" dt="2026-04-23T09:50:43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47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8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18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4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28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3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9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88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0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4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122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819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14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023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48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637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03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01DCE89-2253-4DE9-BC4A-4C31CB907AF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33A9DD-0879-4D85-ABB9-E4E8F567E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8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eeksforgeeks.org/r-language/read-contents-of-a-csv-file-in-r-programming-read-csv-function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9AC02B-CDB4-3D8D-59AA-580C2B6AA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3392" y="2438339"/>
            <a:ext cx="7438293" cy="18054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Analyzing Food Delivery Data in R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843284-BBA9-4959-2FA0-83E1B05F5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3653" y="3980106"/>
            <a:ext cx="2860431" cy="1655762"/>
          </a:xfrm>
        </p:spPr>
        <p:txBody>
          <a:bodyPr/>
          <a:lstStyle/>
          <a:p>
            <a:pPr algn="l"/>
            <a:r>
              <a:rPr lang="en-US" b="1" dirty="0"/>
              <a:t>BY- Piyush Doifode</a:t>
            </a:r>
          </a:p>
          <a:p>
            <a:pPr algn="l"/>
            <a:r>
              <a:rPr lang="en-US" b="1" dirty="0"/>
              <a:t>Pathfinders</a:t>
            </a:r>
          </a:p>
          <a:p>
            <a:pPr algn="l"/>
            <a:r>
              <a:rPr lang="en-US" b="1" dirty="0"/>
              <a:t>Isms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101882-A263-33F8-D59C-41DA2B382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984" y="4567484"/>
            <a:ext cx="1735016" cy="229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81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EAEBCB-84C0-E109-237E-9865A73562B4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C007A-9848-D2E4-4F54-E426B173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57" y="-119023"/>
            <a:ext cx="9601196" cy="130386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90D90-1C8B-8925-4B5E-5495E8258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800599" cy="30349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Food delivery platforms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Zomato, Swiggy, and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Foodpanda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generate massive amounts of operational data but struggle to answer key questions like: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are some deliveries rated poorly?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weather or traffic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slow down deliveries?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cities or age groups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delivery personnel perform better?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peak ordering hours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D97E9-82AB-4BD7-A929-F453F94B28E6}"/>
              </a:ext>
            </a:extLst>
          </p:cNvPr>
          <p:cNvSpPr txBox="1"/>
          <p:nvPr/>
        </p:nvSpPr>
        <p:spPr>
          <a:xfrm>
            <a:off x="6383215" y="2556932"/>
            <a:ext cx="4800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What the Project Does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It performs a full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 (EDA)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on a food delivery dataset covering variables like Delivery Person Age, Ratings, Order Date, Time Taken, and Weather Conditions. It goes through 5 stages — importing libraries, loading data, cleaning it, visualizing patterns, and drawing conclusions.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A2977-52D0-4F66-BFCE-E27140E862EC}"/>
              </a:ext>
            </a:extLst>
          </p:cNvPr>
          <p:cNvSpPr txBox="1"/>
          <p:nvPr/>
        </p:nvSpPr>
        <p:spPr>
          <a:xfrm>
            <a:off x="6471137" y="4484077"/>
            <a:ext cx="48709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helps food delivery businesses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optimize routes, manage delivery times, and improve customer satisfaction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understanding what operational factors actually drive performance — turning raw data into actionable decisions.</a:t>
            </a:r>
          </a:p>
        </p:txBody>
      </p:sp>
    </p:spTree>
    <p:extLst>
      <p:ext uri="{BB962C8B-B14F-4D97-AF65-F5344CB8AC3E}">
        <p14:creationId xmlns:p14="http://schemas.microsoft.com/office/powerpoint/2010/main" val="671904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C99EF0-975B-46C7-8A57-C5CD17C345AB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09AFD-8B8C-7182-087B-8066156A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5" y="18927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Step1 and 2-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Importing Libraries and loading dataset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6D523-6A2A-B3CB-E222-BADB57748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8297" y="1305902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We will begin by loading the necessary libraries for data manipulation and visualization. We installed and loaded the libraries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dplyr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ggplot2, forecast, and car to handle data processing, visualization, and time series analysis.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80FB3-78F1-0E48-C715-9A05759D158E}"/>
              </a:ext>
            </a:extLst>
          </p:cNvPr>
          <p:cNvSpPr txBox="1"/>
          <p:nvPr/>
        </p:nvSpPr>
        <p:spPr>
          <a:xfrm>
            <a:off x="728297" y="3999830"/>
            <a:ext cx="46130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loading the food delivery dataset into R using the 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read.csv() function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We will display the first few rows to get an overview of the data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8369B-A0B4-75E0-17F1-2D0035BE3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104" y="1305902"/>
            <a:ext cx="5594838" cy="3944013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351855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90E392-4606-2FB7-3187-205981898CBD}"/>
              </a:ext>
            </a:extLst>
          </p:cNvPr>
          <p:cNvSpPr/>
          <p:nvPr/>
        </p:nvSpPr>
        <p:spPr>
          <a:xfrm>
            <a:off x="703384" y="1220054"/>
            <a:ext cx="4829907" cy="481818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3BEE2-6765-B760-3EAC-85724785F66B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89831-60C7-AEA9-5E8A-41F68394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349" y="-468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Step-3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Cleaning the Dataset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67387-F56F-04BC-4786-07D414FB7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308" y="1481748"/>
            <a:ext cx="4686300" cy="4294798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clean the dataset to ensure its accuracy and prepare it for analysis.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remove any duplicate rows, handled missing values, and converted relevant columns (such as 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Order_Date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Time_Orderd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into appropriate formats.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extract the hour from 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Time_Orderd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to analyze peak ordering hours.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Data cleaning - CODATA, Committee ...">
            <a:extLst>
              <a:ext uri="{FF2B5EF4-FFF2-40B4-BE49-F238E27FC236}">
                <a16:creationId xmlns:a16="http://schemas.microsoft.com/office/drawing/2014/main" id="{622BAF37-5843-549D-7ADF-322F02276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1481748"/>
            <a:ext cx="5249008" cy="44530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62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0C5EA2-BD2D-8226-E5A9-8A3365356F2F}"/>
              </a:ext>
            </a:extLst>
          </p:cNvPr>
          <p:cNvSpPr/>
          <p:nvPr/>
        </p:nvSpPr>
        <p:spPr>
          <a:xfrm>
            <a:off x="848457" y="1186961"/>
            <a:ext cx="5181600" cy="164416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67A4BF-C774-4A7D-E4B3-53F33E39AAD4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EBA10-A958-2D05-4060-3FDA8DEA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53" y="14556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Performing Exploratory Data Analysis (EDA)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E73B05-502A-5EF8-8DFD-E769FD5D67A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80569" y="3365393"/>
            <a:ext cx="5718232" cy="311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Insights-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x-axis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Delivery time (in minutes)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y-axis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Number of orders (frequency) 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insight from the graph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Most deliveries happen between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20 to 30 minutes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Very few deliveries are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too fast (below 10 min)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Very few are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too slow (above 50 min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CDE128-55F7-CFE1-165E-26F5E2B57D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530" y="1574418"/>
            <a:ext cx="5181600" cy="3445394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FDCAE5-03FF-2F00-A670-77EF87A47DD0}"/>
              </a:ext>
            </a:extLst>
          </p:cNvPr>
          <p:cNvSpPr txBox="1"/>
          <p:nvPr/>
        </p:nvSpPr>
        <p:spPr>
          <a:xfrm>
            <a:off x="848457" y="1408877"/>
            <a:ext cx="5008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create a histogram of delivery times, a bar plot of delivery person ratings, a pie chart for road traffic density, and more to gain insights into the food delivery process.</a:t>
            </a:r>
          </a:p>
        </p:txBody>
      </p:sp>
    </p:spTree>
    <p:extLst>
      <p:ext uri="{BB962C8B-B14F-4D97-AF65-F5344CB8AC3E}">
        <p14:creationId xmlns:p14="http://schemas.microsoft.com/office/powerpoint/2010/main" val="342241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154433-14B4-EBFE-DAE7-F64A4FB6807B}"/>
              </a:ext>
            </a:extLst>
          </p:cNvPr>
          <p:cNvSpPr/>
          <p:nvPr/>
        </p:nvSpPr>
        <p:spPr>
          <a:xfrm>
            <a:off x="641839" y="1143000"/>
            <a:ext cx="5181600" cy="182095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56DC1-EBFC-5E40-86CD-02C22F4B1342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7F1F9-C17B-B4F8-BF0B-286B8622B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41" y="236266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Step5-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 Delivery person Ratings Distribution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BC60C1-88E8-1B40-6699-3A714EB98A9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22841" y="3020748"/>
            <a:ext cx="5421923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insight from the graph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X-axis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= Ratings (out of 5)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Y-axis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= Number of ratings (count) 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Most ratings are between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4.5 to 5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Very few ratings are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below 4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almost no very low ratings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This means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customers are highly 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satisfied with delivery service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24D394-4526-7370-7A22-CDB34192B9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2696322"/>
            <a:ext cx="4718050" cy="303856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C66F26-4AEB-D433-D353-00B4DA50EE75}"/>
              </a:ext>
            </a:extLst>
          </p:cNvPr>
          <p:cNvSpPr txBox="1"/>
          <p:nvPr/>
        </p:nvSpPr>
        <p:spPr>
          <a:xfrm>
            <a:off x="877766" y="1241305"/>
            <a:ext cx="4709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visualize the distribution of delivery person ratings to understand the feedback given to delivery personnel. We will create a bar plot to show the frequency of various delivery person ratings</a:t>
            </a:r>
          </a:p>
        </p:txBody>
      </p:sp>
    </p:spTree>
    <p:extLst>
      <p:ext uri="{BB962C8B-B14F-4D97-AF65-F5344CB8AC3E}">
        <p14:creationId xmlns:p14="http://schemas.microsoft.com/office/powerpoint/2010/main" val="214489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DF3F1F-73E0-A45F-B6F5-6BA01E007643}"/>
              </a:ext>
            </a:extLst>
          </p:cNvPr>
          <p:cNvSpPr/>
          <p:nvPr/>
        </p:nvSpPr>
        <p:spPr>
          <a:xfrm>
            <a:off x="795702" y="1116623"/>
            <a:ext cx="5181600" cy="120032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4831E1-C709-09C1-9289-6A7FCDA40FE2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83913-C485-C809-492C-1B1F76AB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272" y="411935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Step6-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 Orders by Road Traffic Density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6093-4C73-C33C-57B1-9910879C3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6272" y="2832425"/>
            <a:ext cx="5465884" cy="2676037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Key insight from the graph</a:t>
            </a: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pie chart of orders by road traffic density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It shows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 what traffic conditions most orders are delivered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Categories: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Low, Medium, Jam, High traffic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Most orders happen 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and Jam traffic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good number also happen 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Medium traffic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Very few orders are 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 traffic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So, deliveries mostly occur when traffic is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manageable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not extreme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5B3BDEC-A47E-AF55-BF8B-0473AC2285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438" y="2055813"/>
            <a:ext cx="5181600" cy="3337109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537592-1F06-CEC8-8A7A-85AAB03EFB2C}"/>
              </a:ext>
            </a:extLst>
          </p:cNvPr>
          <p:cNvSpPr txBox="1"/>
          <p:nvPr/>
        </p:nvSpPr>
        <p:spPr>
          <a:xfrm>
            <a:off x="882161" y="1116623"/>
            <a:ext cx="4630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we will visualize the Orders by Road Traffic Density by creating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pie chart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to show the proportion of orders under different road traffic conditions.</a:t>
            </a:r>
          </a:p>
        </p:txBody>
      </p:sp>
    </p:spTree>
    <p:extLst>
      <p:ext uri="{BB962C8B-B14F-4D97-AF65-F5344CB8AC3E}">
        <p14:creationId xmlns:p14="http://schemas.microsoft.com/office/powerpoint/2010/main" val="292788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440208-DF0D-B91C-071F-A5548E89B54C}"/>
              </a:ext>
            </a:extLst>
          </p:cNvPr>
          <p:cNvSpPr/>
          <p:nvPr/>
        </p:nvSpPr>
        <p:spPr>
          <a:xfrm>
            <a:off x="536331" y="1289442"/>
            <a:ext cx="5181600" cy="76637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1E20A3-3E98-AF34-D730-CBB007E6E03F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309FD-CD31-A6B2-781B-13548EE4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706" y="200285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Step-7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Distribution of Multiple Deliveries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7F114-E833-626F-DF4E-766682FA8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331" y="2627312"/>
            <a:ext cx="5181600" cy="1603375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Key insight from the graph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bar chart of multiple deliveries handled by delivery agents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It shows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how many orders a delivery person handles at a time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X-axis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Number of deliveries (0, 1, 2, 3) 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Y-axis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Count (number of delivery agents/orders)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Most deliveries are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single order (1 delivery at a time)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agents handle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0 deliveries (idle or no assignment)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Very few handle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or 3 deliveries together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So, majority of deliveries are handled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one at a time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73FA29-DCCC-3F9A-B248-06C0C35021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261" y="1891682"/>
            <a:ext cx="5181600" cy="3337109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9B1958-57CE-DA98-B0CD-33E501A8804B}"/>
              </a:ext>
            </a:extLst>
          </p:cNvPr>
          <p:cNvSpPr txBox="1"/>
          <p:nvPr/>
        </p:nvSpPr>
        <p:spPr>
          <a:xfrm>
            <a:off x="795704" y="1367522"/>
            <a:ext cx="3604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we will visualize the Distribution of Multiple Deliveries.</a:t>
            </a:r>
          </a:p>
        </p:txBody>
      </p:sp>
    </p:spTree>
    <p:extLst>
      <p:ext uri="{BB962C8B-B14F-4D97-AF65-F5344CB8AC3E}">
        <p14:creationId xmlns:p14="http://schemas.microsoft.com/office/powerpoint/2010/main" val="4189127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A6551F-766E-8130-3185-6BEC98A49F1B}"/>
              </a:ext>
            </a:extLst>
          </p:cNvPr>
          <p:cNvSpPr/>
          <p:nvPr/>
        </p:nvSpPr>
        <p:spPr>
          <a:xfrm>
            <a:off x="914400" y="1156418"/>
            <a:ext cx="5181600" cy="83526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A524B9-CF23-473B-4337-2D4848A7BBB0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9AAEF-9CAC-8824-ADD9-0CCD1632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2" y="183580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Step8-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Delivery Person Ratings by City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D30E9-3196-3E93-6EC7-4433204A8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3532" y="2099053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Key insight from the graph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shows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how ratings differ in Metropolitan, Urban, and Semi-Urban areas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X-axis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City type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Y-axis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Average rating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Urban areas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have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highest ratings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Metropolitan areas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also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good ratings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Semi-Urban areas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slightly lower ratings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But overall, all ratings are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above 4.5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which is very good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BCEBFC-6691-01CD-F977-05159B8233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15" y="2099053"/>
            <a:ext cx="5181600" cy="3337109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4AAA1B-B150-FC51-A3DB-2B128BDEA468}"/>
              </a:ext>
            </a:extLst>
          </p:cNvPr>
          <p:cNvSpPr txBox="1"/>
          <p:nvPr/>
        </p:nvSpPr>
        <p:spPr>
          <a:xfrm>
            <a:off x="1219202" y="1250886"/>
            <a:ext cx="3692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we will visualize the Average Delivery Person Ratings by City.</a:t>
            </a:r>
          </a:p>
        </p:txBody>
      </p:sp>
    </p:spTree>
    <p:extLst>
      <p:ext uri="{BB962C8B-B14F-4D97-AF65-F5344CB8AC3E}">
        <p14:creationId xmlns:p14="http://schemas.microsoft.com/office/powerpoint/2010/main" val="270508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49D124-0571-8B35-88DC-939D3E4928B0}"/>
              </a:ext>
            </a:extLst>
          </p:cNvPr>
          <p:cNvSpPr/>
          <p:nvPr/>
        </p:nvSpPr>
        <p:spPr>
          <a:xfrm>
            <a:off x="775919" y="1240506"/>
            <a:ext cx="4879731" cy="11839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FF03C4-3772-8557-D628-5F34142A091F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69711-9490-CE6C-D7F4-F0A070FE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72" y="20112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Step-9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Delivery Person Ratings by Weather Conditions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B66372-494E-ABDC-E9CD-F57FF99EC04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749781"/>
            <a:ext cx="47551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weather conditions show very similar rating totals (~28,000–30,000).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has the highest bar (~30,000),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Sunny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the lowest (~28,000).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differences are quite small, meaning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weather doesn't drastically affect how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customers rate delivery personnel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they tend to rate similarly regardless of conditions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71B8D1-1576-84FB-0E6A-A9CB4D4948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630" y="2033800"/>
            <a:ext cx="5181600" cy="3337109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F0440B-F097-8A77-EECA-08AFC27D0C0D}"/>
              </a:ext>
            </a:extLst>
          </p:cNvPr>
          <p:cNvSpPr txBox="1"/>
          <p:nvPr/>
        </p:nvSpPr>
        <p:spPr>
          <a:xfrm>
            <a:off x="718037" y="1491902"/>
            <a:ext cx="4630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we will visualize the Delivery Person Ratings by Weather Conditions.</a:t>
            </a:r>
          </a:p>
        </p:txBody>
      </p:sp>
    </p:spTree>
    <p:extLst>
      <p:ext uri="{BB962C8B-B14F-4D97-AF65-F5344CB8AC3E}">
        <p14:creationId xmlns:p14="http://schemas.microsoft.com/office/powerpoint/2010/main" val="2354010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D7F017-5DB0-309E-2802-C17FB82188FF}"/>
              </a:ext>
            </a:extLst>
          </p:cNvPr>
          <p:cNvSpPr/>
          <p:nvPr/>
        </p:nvSpPr>
        <p:spPr>
          <a:xfrm>
            <a:off x="660366" y="1116623"/>
            <a:ext cx="5181600" cy="113164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109714-80C5-C8F0-9259-083B5EC5D76F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2B523-5F72-23D2-1D53-74ECD959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348" y="163450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Step10-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 Delivery Ratings by Age Group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5E919D-60BB-C23B-85A1-80C3561906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325651" y="2233246"/>
            <a:ext cx="573746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yellow 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middle 50% of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(IQR — from 25th to 75th percentile)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black line inside the 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median rating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whiskers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(lines extending out) = the overall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range (excluding outliers)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dots below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outliers (unusually low ratings)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Age group has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very little effect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on delivery ratings —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performance is fairly consistent across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all age groups, which means factors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like weather, traffic, or time of day are likely more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impactful than the delivery person's age.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5B084A-DC5F-364A-9B5A-DAB8061FF7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739" y="2053574"/>
            <a:ext cx="5181600" cy="3337109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49BAB2-F066-A015-2F53-D69340B11D1B}"/>
              </a:ext>
            </a:extLst>
          </p:cNvPr>
          <p:cNvSpPr txBox="1"/>
          <p:nvPr/>
        </p:nvSpPr>
        <p:spPr>
          <a:xfrm>
            <a:off x="806904" y="1261777"/>
            <a:ext cx="503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we will visualize the Delivery Ratings by Age Group.</a:t>
            </a:r>
          </a:p>
        </p:txBody>
      </p:sp>
    </p:spTree>
    <p:extLst>
      <p:ext uri="{BB962C8B-B14F-4D97-AF65-F5344CB8AC3E}">
        <p14:creationId xmlns:p14="http://schemas.microsoft.com/office/powerpoint/2010/main" val="2281146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611D94-0EB5-C253-155E-9DFB93598A6A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F5A3B-E9DE-2399-E6C1-EB1D1C2CE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-171206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9C3612-B0C5-2D95-1539-8944DB1500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341576" y="1307979"/>
            <a:ext cx="4598378" cy="530451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F064E25-FBCC-D82B-CDA5-5C24F96AD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62" y="2269658"/>
            <a:ext cx="72763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the full age range selected (20–45), the plot looks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almost identical to the previous static one — same 5 groups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(20-25, 25-30, 30-35, 35-40, NA), same median ~4.7.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6877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boxes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30-35 and 35-40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appear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6877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slightly lower/bigger in this version.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168775" algn="l"/>
              </a:tabLs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 short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this is the same analysis but made interactive with Shiny —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168775" algn="l"/>
              </a:tabLs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key value is that a user can now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filter by age range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168775" algn="l"/>
              </a:tabLs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see how ratings shift for a specific subset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168775" algn="l"/>
              </a:tabLs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delivery personnel, making it a proper analytics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168775" algn="l"/>
              </a:tabLs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tool rather than just a static chart.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274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4C831F-F49E-48F4-29C2-B51D54855D3A}"/>
              </a:ext>
            </a:extLst>
          </p:cNvPr>
          <p:cNvSpPr/>
          <p:nvPr/>
        </p:nvSpPr>
        <p:spPr>
          <a:xfrm>
            <a:off x="677008" y="1547446"/>
            <a:ext cx="10339754" cy="4510454"/>
          </a:xfrm>
          <a:prstGeom prst="round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22ABE-4910-216B-8A6C-50AB03441532}"/>
              </a:ext>
            </a:extLst>
          </p:cNvPr>
          <p:cNvSpPr/>
          <p:nvPr/>
        </p:nvSpPr>
        <p:spPr>
          <a:xfrm>
            <a:off x="0" y="0"/>
            <a:ext cx="12192000" cy="1116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08076-0AED-EB03-F22D-BDB53E65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4" y="-20894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70463-47E3-A38C-C0C7-20F9C4097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240108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From our analysis, we:</a:t>
            </a:r>
          </a:p>
          <a:p>
            <a:pPr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Identified trends in delivery time, ratings, and traffic conditions.</a:t>
            </a:r>
          </a:p>
          <a:p>
            <a:pPr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Explored how weather conditions and multiple deliveries affect ratings.</a:t>
            </a:r>
          </a:p>
          <a:p>
            <a:pPr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Visualized regional and age-related differences in delivery performance.</a:t>
            </a:r>
          </a:p>
          <a:p>
            <a:pPr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concluded that delivery times, weather, and traffic play a significant role in customer satisfaction. By understanding these patterns, businesses can optimize routes, manage delivery times more effectively, and improve service quality, ultimately enhancing customer retention.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804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277</TotalTime>
  <Words>1186</Words>
  <Application>Microsoft Office PowerPoint</Application>
  <PresentationFormat>Widescreen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Analyzing Food Delivery Data in R </vt:lpstr>
      <vt:lpstr>Overview of the project</vt:lpstr>
      <vt:lpstr>Step1 and 2- Importing Libraries and loading dataset </vt:lpstr>
      <vt:lpstr>Step-3 Cleaning the Dataset </vt:lpstr>
      <vt:lpstr>Step 4-Performing Exploratory Data Analysis (EDA) </vt:lpstr>
      <vt:lpstr>Step5-  Delivery person Ratings Distribution </vt:lpstr>
      <vt:lpstr>Step6- Orders by Road Traffic Density  </vt:lpstr>
      <vt:lpstr>Step-7 Distribution of Multiple Deliveries </vt:lpstr>
      <vt:lpstr>Step8-Average Delivery Person Ratings by City </vt:lpstr>
      <vt:lpstr>Step-9Delivery Person Ratings by Weather Conditions </vt:lpstr>
      <vt:lpstr>Step10- Delivery Ratings by Age Group </vt:lpstr>
      <vt:lpstr>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doifode</dc:creator>
  <cp:lastModifiedBy>piyush doifode</cp:lastModifiedBy>
  <cp:revision>2</cp:revision>
  <dcterms:created xsi:type="dcterms:W3CDTF">2026-04-22T11:28:54Z</dcterms:created>
  <dcterms:modified xsi:type="dcterms:W3CDTF">2026-04-23T11:05:08Z</dcterms:modified>
</cp:coreProperties>
</file>